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3B1F7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5A62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SALES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Mart &amp; Supermart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report tracking revenue, profitability, and operational reliability across Africa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DAX  ·  HTML Content Visuals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1F7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Dashboards, One 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and Supply Chain &amp; Operations, built as a single connected report.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1F7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Filterable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71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Region, Year (2023 vs 2024), and Product Category to drill from company-wide to warehouse-level.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1F7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657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Self-Service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 cards and visuals let stakeholders explore without needing a data analyst.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7373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E4DBF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Profit · Category &amp; Region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365760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3B1F7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Ops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Suppliers · Warehouses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warehouse, and supplier data live in disconnected systems — making simple questions hard to answer quickly and consistently.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791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&amp; products drive revenue vs. profit?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91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shipments reliable and on time?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0507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&amp; warehouses perform best?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profit actually growing year-over-year?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reactive decisions on inventory, supplier contracts, and regional strategy — without a single source of truth.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sales &amp; supply chain data into one report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76479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profit &amp; margin at every level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107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delivery reliability &amp; damaged goods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5040" y="32461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4107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supplier &amp; warehouse performance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0566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year-over-year growth comparisons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48920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1F73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05663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self-service, filterable interface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/ Orders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Product, Category, Qty, Sales, Profit, Country, Region, 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65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Stock Level, Profit Contribution, Country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51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Code, Total Revenue, Total Profit, Prior Year Profit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977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2519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1F7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/ Delivery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8463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Ship, Delivery Status, Damaged Goods, Success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 · 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71458" y="1435608"/>
            <a:ext cx="744877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outputs/screenshots/sales-performanc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610" y="1508760"/>
            <a:ext cx="7302475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46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 &amp; top products by category, region, and country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 · 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Operations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63000" y="1527048"/>
            <a:ext cx="8465695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outputs/screenshots/supply-cha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152" y="1600200"/>
            <a:ext cx="831939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reliability, supplier stock levels, and warehouse YoY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$537.43M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$149.76M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4DB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0116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Profit Growth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34.71%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52044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days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5508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to Ship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52560" y="393192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B1F73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4251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18972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Damaged Goods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&amp;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92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Appliances &amp; Health/Beauty lead, ~$61M &amp; $60M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745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92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 leads at $118.27M; North/South Africa trail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8328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156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Peaked in July (~$53.7M), declining steadily since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38328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2084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34.71% success rate, and still falling (188→140)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920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809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suppliers?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1560" y="52120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Quickship Co &amp; Globaltrade Ng — profit, not just stock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4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8920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809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1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warehouse?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20840" y="52120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WH-2 leads on both revenue and profit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8308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 (+28.73% YoY profit) but concentrated in East, Central &amp; West Africa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53512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the biggest operational risk — reliability is low and falling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44398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123944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 ≠ high profit; some supplier capital is tied up inefficiently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3B1F7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61441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294376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is decelerating since its July peak — needs root-cause review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4708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delivery reliability — carriers, dispatch, infrastructure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45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9" name="Shape 7"/>
          <p:cNvSpPr/>
          <p:nvPr/>
        </p:nvSpPr>
        <p:spPr>
          <a:xfrm>
            <a:off x="6236208" y="184708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17830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sourcing toward high-profit suppliers, not just high-stock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4930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North &amp; South Africa to close the regional gap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291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36208" y="349300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4290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Accra WH-2's practices across weaker warehouses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138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0749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post-July revenue decline by category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49377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4DB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36208" y="5138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50749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damaged goods through packaging &amp; handling review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Mart &amp; Supermart  |  Power BI Dashboard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3B1F7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 for revenue &amp; delivery success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3B1F73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7373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0372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data: repeat purchase rate, NPS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3B1F7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319272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scheduled data refresh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227832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3B1F73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227832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3319272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pages per supplier / warehouse / product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3B1F7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18304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4809744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delivery or damage rates cross a threshold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718304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3B1F73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718304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4809744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Cost/expense view for full margin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2026-08-08T18:12:40Z</dcterms:created>
  <dcterms:modified xsi:type="dcterms:W3CDTF">2026-08-08T18:12:40Z</dcterms:modified>
</cp:coreProperties>
</file>