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3B1F7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F5A62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SALES PERFORMANCE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Mart &amp; Supermart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Project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report tracking revenue, profitability, and operational reliability across Africa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18288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DAX  ·  HTML Content Visuals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1F7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Dashboards, One Story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and Supply Chain &amp; Operations, built as a single connected report.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1F7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6060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Filterable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9718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by Region, Year (2023 vs 2024), and Product Category to drill from company-wide to warehouse-level.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1F7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6576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Self-Service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233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KPI cards and visuals let stakeholders explore without needing a data analyst.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0" y="17373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4DBF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Profit · Category &amp; Region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0" y="365760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3B1F7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Ops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0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· Suppliers · Warehouses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4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warehouse, and supplier data live in disconnected systems — making simple questions hard to answer quickly and consistently.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7919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&amp; products drive revenue vs. profit?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6499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shipments reliable and on time?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05079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suppliers &amp; warehouses perform best?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63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profit actually growing year-over-year?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reactive decisions on inventory, supplier contracts, and regional strategy — without a single source of truth.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sales &amp; supply chain data into one report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176479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revenue, profit &amp; margin at every level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107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delivery reliability &amp; damaged goods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5040" y="32461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34107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supplier &amp; warehouse performance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05663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year-over-year growth comparisons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48920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505663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self-service, filterable interface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1F7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/ Orders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Product, Category, Qty, Sales, Profit, Country, Region, 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659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1F7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60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Name, Stock Level, Profit Contribution, Country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519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1F7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Code, Total Revenue, Total Profit, Prior Year Profit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977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2519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1F73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206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/ Delivery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4846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Ship, Delivery Status, Damaged Goods, Success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 · 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71458" y="1435608"/>
            <a:ext cx="7448779" cy="4855464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outputs/screenshots/sales-performanc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4610" y="1508760"/>
            <a:ext cx="7302475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46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 &amp; top products by category, region, and country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 · 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Operations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63000" y="1527048"/>
            <a:ext cx="8465695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outputs/screenshots/supply-cha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152" y="1600200"/>
            <a:ext cx="8319391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reliability, supplier stock levels, and warehouse YoY performance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$537.43M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$149.76M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27.87%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8972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B1F7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51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28.73%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Profit Growth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39319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B1F73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4251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34.71%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52044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 Rate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39319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B1F73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251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days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5508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to Ship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52560" y="39319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B1F73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4251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20K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18972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Damaged Goods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&amp;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92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21945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Appliances &amp; Health/Beauty lead, ~$61M &amp; $60M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87452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792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 leads at $118.27M; North/South Africa trail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38328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009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51560" y="37033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Peaked in July (~$53.7M), declining steadily since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38328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3009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reliability?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20840" y="37033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34.71% success rate, and still falling (188→140)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89204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809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suppliers?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51560" y="52120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Quickship Co &amp; Globaltrade Ng — profit, not just stock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6634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89204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809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warehouse?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20840" y="52120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WH-2 leads on both revenue and profit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3B1F7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78308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real (+28.73% YoY profit) but concentrated in East, Central &amp; West Africa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3B1F73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273552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953512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the biggest operational risk — reliability is low and falling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3B1F73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443984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123944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stock ≠ high profit; some supplier capital is tied up inefficiently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294376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3B1F73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5614416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5294376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is decelerating since its July peak — needs root-cause review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4708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delivery reliability — carriers, dispatch, infrastructure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9" name="Shape 7"/>
          <p:cNvSpPr/>
          <p:nvPr/>
        </p:nvSpPr>
        <p:spPr>
          <a:xfrm>
            <a:off x="6236208" y="184708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236208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178308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sourcing toward high-profit suppliers, not just high-stock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49300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4290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North &amp; South Africa to close the regional gap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291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36208" y="349300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34290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Accra WH-2's practices across weaker warehouses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1389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07492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post-July revenue decline by category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49377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236208" y="51389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507492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damaged goods through packaging &amp; handling review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moves for the business, beyond the immediate recommendations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B1F7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the logistics network beyond a single carrier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B1F73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8745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03720" y="19659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suppliers toward profitability over volume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B1F7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3375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targeted growth in North &amp; South Africa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32461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B1F73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2461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33375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top-warehouse practices into a rollout playbook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B1F7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177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47091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counter-seasonal products to smooth revenue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46177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B1F73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61772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47091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private-label or bundled offerings for margin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2026-08-09T00:37:19Z</dcterms:created>
  <dcterms:modified xsi:type="dcterms:W3CDTF">2026-08-09T00:37:19Z</dcterms:modified>
</cp:coreProperties>
</file>